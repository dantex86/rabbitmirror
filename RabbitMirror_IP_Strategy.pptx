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RabbitMirror IP Strategy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RabbitMirror IP Strategy — Slide Deck Outline (8–10 Slides)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Title &amp; Context - Title: RabbitMirror IP Strategy: Patent Timing and Actions - Subtitle: Executive Briefing — August 14, 2025 - Presenter(s): Product/Engineering Lead + Patent Counsel (invited) - Objective: Approve immediate filings and budget</a:t>
            </a:r>
          </a:p>
          <a:p>
            <a:pPr lvl="0" indent="0" marL="0">
              <a:buNone/>
            </a:pPr>
            <a:r>
              <a:rPr/>
              <a:t>Slide 2 — Executive Summary - US grace period active: 317 days remaining (deadline: June 27, 2026) - International rights (EU/China/Japan) forfeited due to 6/27/2025 disclosure - Action: File 2–4 US provisional applications within 30 days - Recommendation: Proceed now; strong ROI vs. cost</a:t>
            </a:r>
          </a:p>
          <a:p>
            <a:pPr lvl="0" indent="0" marL="0">
              <a:buNone/>
            </a:pPr>
            <a:r>
              <a:rPr/>
              <a:t>Slide 3 — Critical Dates &amp; Milestones - First Public Disclosure: June 27, 2025 (GitHub) - US Grace Period Deadline: June 27, 2026 - Recommended Filing Window: by September 13, 2025 (30 days) - Secondary Window: by October 13, 2025 (60 days)</a:t>
            </a:r>
          </a:p>
          <a:p>
            <a:pPr lvl="0" indent="0" marL="0">
              <a:buNone/>
            </a:pPr>
            <a:r>
              <a:rPr/>
              <a:t>Slide 4 — What’s Patentable (Tier 1) - Behavioral Confidence Scoring (critical): multi-factor + temporal decay - ML Error Recovery Framework (high): circuit breaker + backoff + context-aware recovery - Psychological Pattern Detection (high): multi-dimensional behavioral/affective profiling - Why Tier 1: novelty, commercial value, defensibility</a:t>
            </a:r>
          </a:p>
          <a:p>
            <a:pPr lvl="0" indent="0" marL="0">
              <a:buNone/>
            </a:pPr>
            <a:r>
              <a:rPr/>
              <a:t>Slide 5 — Supporting Innovation (Tier 2) - Real-Time Error Health Monitoring: predictive detection + self-healing - Role in portfolio: coverage breadth, continuation options, licensing value - Timing: file within 60 days after Tier 1</a:t>
            </a:r>
          </a:p>
          <a:p>
            <a:pPr lvl="0" indent="0" marL="0">
              <a:buNone/>
            </a:pPr>
            <a:r>
              <a:rPr/>
              <a:t>Slide 6 — 30-Day Action Plan - Week 1 (Days 1–7): resolve identity/ownership; retain counsel; first provisional (Behavioral Confidence) - Weeks 2–3 (Days 8–21): file Error Recovery + Psychological Detection provisionals; complete prior art - Week 4 (Days 22–30): execute assignments; file Error Health Monitoring provisional</a:t>
            </a:r>
          </a:p>
          <a:p>
            <a:pPr lvl="0" indent="0" marL="0">
              <a:buNone/>
            </a:pPr>
            <a:r>
              <a:rPr/>
              <a:t>Slide 7 — Budget Snapshot - Phase 1 (Provisionals): ~ $38.9K total (attorney + USPTO + prior art + admin) - Phase 2 (Non-Provisionals): ~ $55.8K (6–24 months) - 3-Year Total: ~ $169.7K portfolio investment - Rationale: expected value $2.5M–$5M; licensing/valuation leverage</a:t>
            </a:r>
          </a:p>
          <a:p>
            <a:pPr lvl="0" indent="0" marL="0">
              <a:buNone/>
            </a:pPr>
            <a:r>
              <a:rPr/>
              <a:t>Slide 8 — Risks &amp; Benefits - Benefits (high probability): competitive moat, licensing revenue, valuation uplift - Risks (if not filing): copycat risk, lost monetization, competitor first-to-file blocking - Bottom line: filing now preserves leverage; delay reduces options</a:t>
            </a:r>
          </a:p>
          <a:p>
            <a:pPr lvl="0" indent="0" marL="0">
              <a:buNone/>
            </a:pPr>
            <a:r>
              <a:rPr/>
              <a:t>Slide 9 — Governance &amp; Documentation - Identity alignment: unify romulusaugustus / DanteX86 across all records - Chain of title: inventor assignment; archival of disclosures/drawings/test evidence - Contributor framework: CLA templates for future collaborators</a:t>
            </a:r>
          </a:p>
          <a:p>
            <a:pPr lvl="0" indent="0" marL="0">
              <a:buNone/>
            </a:pPr>
            <a:r>
              <a:rPr/>
              <a:t>Slide 10 — Decision &amp; Next Steps - Decision requested: approve Phase 1 budget (~$39K) and filing schedule - Next 48 hours: schedule counsel meeting; finalize owner identity; start first provisional - KPIs: 3 Tier-1 filings by Sept 13; Tier-2 by Oct 13; quality ≥ 8/10; stay ≤ $45K in Phase 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2025-08-18T03:23:15Z</dcterms:created>
  <dcterms:modified xsi:type="dcterms:W3CDTF">2025-08-18T03:23:15Z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